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photoAlbum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AC838-F722-1F93-0917-E75E5754616A}" v="1" dt="2025-06-29T13:37:48.4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3S43 横山 結依子【鈴鹿】" userId="S::r05s42@ed.cc.suzuka-ct.ac.jp::983645de-2692-48bd-bbba-d8eed5a974b0" providerId="AD" clId="Web-{270AC838-F722-1F93-0917-E75E5754616A}"/>
    <pc:docChg chg="modSld">
      <pc:chgData name="3S43 横山 結依子【鈴鹿】" userId="S::r05s42@ed.cc.suzuka-ct.ac.jp::983645de-2692-48bd-bbba-d8eed5a974b0" providerId="AD" clId="Web-{270AC838-F722-1F93-0917-E75E5754616A}" dt="2025-06-29T13:37:48.475" v="0" actId="1076"/>
      <pc:docMkLst>
        <pc:docMk/>
      </pc:docMkLst>
      <pc:sldChg chg="modSp">
        <pc:chgData name="3S43 横山 結依子【鈴鹿】" userId="S::r05s42@ed.cc.suzuka-ct.ac.jp::983645de-2692-48bd-bbba-d8eed5a974b0" providerId="AD" clId="Web-{270AC838-F722-1F93-0917-E75E5754616A}" dt="2025-06-29T13:37:48.475" v="0" actId="1076"/>
        <pc:sldMkLst>
          <pc:docMk/>
          <pc:sldMk cId="2262702560" sldId="257"/>
        </pc:sldMkLst>
        <pc:picChg chg="mod">
          <ac:chgData name="3S43 横山 結依子【鈴鹿】" userId="S::r05s42@ed.cc.suzuka-ct.ac.jp::983645de-2692-48bd-bbba-d8eed5a974b0" providerId="AD" clId="Web-{270AC838-F722-1F93-0917-E75E5754616A}" dt="2025-06-29T13:37:48.475" v="0" actId="1076"/>
          <ac:picMkLst>
            <pc:docMk/>
            <pc:sldMk cId="2262702560" sldId="257"/>
            <ac:picMk id="2" creationId="{00000000-0000-0000-0000-000000000000}"/>
          </ac:picMkLst>
        </pc:picChg>
      </pc:sldChg>
    </pc:docChg>
  </pc:docChgLst>
  <pc:docChgLst>
    <pc:chgData name="3S43 横山 結依子【鈴鹿】" userId="S::r05s42@ed.cc.suzuka-ct.ac.jp::983645de-2692-48bd-bbba-d8eed5a974b0" providerId="AD" clId="Web-{84B7F57A-E913-1C6B-B6CB-F779FB27CA75}"/>
    <pc:docChg chg="modSld">
      <pc:chgData name="3S43 横山 結依子【鈴鹿】" userId="S::r05s42@ed.cc.suzuka-ct.ac.jp::983645de-2692-48bd-bbba-d8eed5a974b0" providerId="AD" clId="Web-{84B7F57A-E913-1C6B-B6CB-F779FB27CA75}" dt="2025-06-26T12:20:00.752" v="1" actId="1076"/>
      <pc:docMkLst>
        <pc:docMk/>
      </pc:docMkLst>
      <pc:sldChg chg="modSp">
        <pc:chgData name="3S43 横山 結依子【鈴鹿】" userId="S::r05s42@ed.cc.suzuka-ct.ac.jp::983645de-2692-48bd-bbba-d8eed5a974b0" providerId="AD" clId="Web-{84B7F57A-E913-1C6B-B6CB-F779FB27CA75}" dt="2025-06-26T12:20:00.752" v="1" actId="1076"/>
        <pc:sldMkLst>
          <pc:docMk/>
          <pc:sldMk cId="2262702560" sldId="257"/>
        </pc:sldMkLst>
        <pc:picChg chg="mod">
          <ac:chgData name="3S43 横山 結依子【鈴鹿】" userId="S::r05s42@ed.cc.suzuka-ct.ac.jp::983645de-2692-48bd-bbba-d8eed5a974b0" providerId="AD" clId="Web-{84B7F57A-E913-1C6B-B6CB-F779FB27CA75}" dt="2025-06-26T12:20:00.752" v="1" actId="1076"/>
          <ac:picMkLst>
            <pc:docMk/>
            <pc:sldMk cId="2262702560" sldId="257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809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77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172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684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445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491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848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34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52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271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1488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C63DF-33E2-4884-AE2A-59484B18AC73}" type="datetimeFigureOut">
              <a:rPr kumimoji="1" lang="ja-JP" altLang="en-US" smtClean="0"/>
              <a:t>2025/6/29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1F22A-510E-484E-85FA-7CD91482F38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34139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0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11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3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34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47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スライド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98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36c356f-fc5e-469d-b9f2-217da7f2af48" xsi:nil="true"/>
    <lcf76f155ced4ddcb4097134ff3c332f xmlns="8df66a51-1b28-4d52-9564-fd996f2201a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CF9CB230168A0C4082B0BF403CCE6293" ma:contentTypeVersion="12" ma:contentTypeDescription="新しいドキュメントを作成します。" ma:contentTypeScope="" ma:versionID="3125c47ba6bcfd86c46ec842d6d8a8b8">
  <xsd:schema xmlns:xsd="http://www.w3.org/2001/XMLSchema" xmlns:xs="http://www.w3.org/2001/XMLSchema" xmlns:p="http://schemas.microsoft.com/office/2006/metadata/properties" xmlns:ns2="8df66a51-1b28-4d52-9564-fd996f2201a7" xmlns:ns3="236c356f-fc5e-469d-b9f2-217da7f2af48" targetNamespace="http://schemas.microsoft.com/office/2006/metadata/properties" ma:root="true" ma:fieldsID="6a43bd12962762008a8f1ba3614999ca" ns2:_="" ns3:_="">
    <xsd:import namespace="8df66a51-1b28-4d52-9564-fd996f2201a7"/>
    <xsd:import namespace="236c356f-fc5e-469d-b9f2-217da7f2af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f66a51-1b28-4d52-9564-fd996f2201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c1ec0f05-8db9-4cb4-a53b-b8806002f24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6c356f-fc5e-469d-b9f2-217da7f2af4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7d14c30-5cd7-470d-a4d4-28bcaa76e284}" ma:internalName="TaxCatchAll" ma:showField="CatchAllData" ma:web="236c356f-fc5e-469d-b9f2-217da7f2af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5CEAB8-C177-40F7-9DD7-5650346F09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23204A-407D-4C99-BA3F-94E4AEC97E66}">
  <ds:schemaRefs>
    <ds:schemaRef ds:uri="http://schemas.microsoft.com/office/2006/metadata/properties"/>
    <ds:schemaRef ds:uri="http://schemas.microsoft.com/office/infopath/2007/PartnerControls"/>
    <ds:schemaRef ds:uri="236c356f-fc5e-469d-b9f2-217da7f2af48"/>
    <ds:schemaRef ds:uri="8df66a51-1b28-4d52-9564-fd996f2201a7"/>
  </ds:schemaRefs>
</ds:datastoreItem>
</file>

<file path=customXml/itemProps3.xml><?xml version="1.0" encoding="utf-8"?>
<ds:datastoreItem xmlns:ds="http://schemas.openxmlformats.org/officeDocument/2006/customXml" ds:itemID="{1015E587-78FF-4592-8517-81A8335C03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f66a51-1b28-4d52-9564-fd996f2201a7"/>
    <ds:schemaRef ds:uri="236c356f-fc5e-469d-b9f2-217da7f2af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高倉 克人【鈴鹿】</dc:creator>
  <cp:lastModifiedBy>高倉 克人【鈴鹿】</cp:lastModifiedBy>
  <cp:revision>4</cp:revision>
  <dcterms:created xsi:type="dcterms:W3CDTF">2025-06-26T01:37:48Z</dcterms:created>
  <dcterms:modified xsi:type="dcterms:W3CDTF">2025-06-29T13:37:48Z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0x010100CF9CB230168A0C4082B0BF403CCE6293</vt:lpwstr>
  </property>
  <property fmtid="{D5CDD505-2E9C-101B-9397-08002B2CF9AE}" pid="3" name="MediaServiceImageTags">
    <vt:lpwstr/>
  </property>
</Properties>
</file>